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27" autoAdjust="0"/>
  </p:normalViewPr>
  <p:slideViewPr>
    <p:cSldViewPr snapToGrid="0">
      <p:cViewPr varScale="1">
        <p:scale>
          <a:sx n="78" d="100"/>
          <a:sy n="78" d="100"/>
        </p:scale>
        <p:origin x="18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9722963f955374a" providerId="LiveId" clId="{67D16C72-EAB4-429A-83E2-5D9B99723DB7}"/>
    <pc:docChg chg="undo custSel addSld delSld modSld sldOrd">
      <pc:chgData name="" userId="d9722963f955374a" providerId="LiveId" clId="{67D16C72-EAB4-429A-83E2-5D9B99723DB7}" dt="2026-03-24T21:52:10.995" v="177"/>
      <pc:docMkLst>
        <pc:docMk/>
      </pc:docMkLst>
      <pc:sldChg chg="ord">
        <pc:chgData name="" userId="d9722963f955374a" providerId="LiveId" clId="{67D16C72-EAB4-429A-83E2-5D9B99723DB7}" dt="2026-03-24T21:52:10.995" v="177"/>
        <pc:sldMkLst>
          <pc:docMk/>
          <pc:sldMk cId="32184543" sldId="256"/>
        </pc:sldMkLst>
      </pc:sldChg>
      <pc:sldChg chg="addSp delSp modSp">
        <pc:chgData name="" userId="d9722963f955374a" providerId="LiveId" clId="{67D16C72-EAB4-429A-83E2-5D9B99723DB7}" dt="2026-03-24T20:53:48.781" v="82" actId="931"/>
        <pc:sldMkLst>
          <pc:docMk/>
          <pc:sldMk cId="2427869813" sldId="259"/>
        </pc:sldMkLst>
        <pc:spChg chg="add del mod">
          <ac:chgData name="" userId="d9722963f955374a" providerId="LiveId" clId="{67D16C72-EAB4-429A-83E2-5D9B99723DB7}" dt="2026-03-24T20:53:48.781" v="82" actId="931"/>
          <ac:spMkLst>
            <pc:docMk/>
            <pc:sldMk cId="2427869813" sldId="259"/>
            <ac:spMk id="3" creationId="{5091A4BC-198D-429F-9591-4A9F8356099F}"/>
          </ac:spMkLst>
        </pc:spChg>
        <pc:picChg chg="add mod">
          <ac:chgData name="" userId="d9722963f955374a" providerId="LiveId" clId="{67D16C72-EAB4-429A-83E2-5D9B99723DB7}" dt="2026-03-24T20:53:48.781" v="82" actId="931"/>
          <ac:picMkLst>
            <pc:docMk/>
            <pc:sldMk cId="2427869813" sldId="259"/>
            <ac:picMk id="5" creationId="{EBD3381B-10C7-4BB3-ACE8-17C8C8A8B543}"/>
          </ac:picMkLst>
        </pc:picChg>
        <pc:picChg chg="del">
          <ac:chgData name="" userId="d9722963f955374a" providerId="LiveId" clId="{67D16C72-EAB4-429A-83E2-5D9B99723DB7}" dt="2026-03-24T20:52:59.544" v="81"/>
          <ac:picMkLst>
            <pc:docMk/>
            <pc:sldMk cId="2427869813" sldId="259"/>
            <ac:picMk id="16" creationId="{07B7ADC8-7361-463F-9EB6-292724129B89}"/>
          </ac:picMkLst>
        </pc:picChg>
      </pc:sldChg>
      <pc:sldChg chg="addSp delSp modSp">
        <pc:chgData name="" userId="d9722963f955374a" providerId="LiveId" clId="{67D16C72-EAB4-429A-83E2-5D9B99723DB7}" dt="2026-03-24T21:42:38.717" v="176" actId="931"/>
        <pc:sldMkLst>
          <pc:docMk/>
          <pc:sldMk cId="30369227" sldId="260"/>
        </pc:sldMkLst>
        <pc:spChg chg="add del mod">
          <ac:chgData name="" userId="d9722963f955374a" providerId="LiveId" clId="{67D16C72-EAB4-429A-83E2-5D9B99723DB7}" dt="2026-03-24T20:18:11.991" v="1" actId="931"/>
          <ac:spMkLst>
            <pc:docMk/>
            <pc:sldMk cId="30369227" sldId="260"/>
            <ac:spMk id="3" creationId="{B1F90421-9708-4933-B4BD-00D41757BD24}"/>
          </ac:spMkLst>
        </pc:spChg>
        <pc:spChg chg="add del mod">
          <ac:chgData name="" userId="d9722963f955374a" providerId="LiveId" clId="{67D16C72-EAB4-429A-83E2-5D9B99723DB7}" dt="2026-03-24T21:42:38.717" v="176" actId="931"/>
          <ac:spMkLst>
            <pc:docMk/>
            <pc:sldMk cId="30369227" sldId="260"/>
            <ac:spMk id="3" creationId="{BCB5A093-151F-40AF-8C45-FD7E5DE2C67E}"/>
          </ac:spMkLst>
        </pc:spChg>
        <pc:spChg chg="del mod">
          <ac:chgData name="" userId="d9722963f955374a" providerId="LiveId" clId="{67D16C72-EAB4-429A-83E2-5D9B99723DB7}" dt="2026-03-24T20:45:27.884" v="6" actId="478"/>
          <ac:spMkLst>
            <pc:docMk/>
            <pc:sldMk cId="30369227" sldId="260"/>
            <ac:spMk id="3" creationId="{BD42210B-C99A-4C40-A189-E5C799E0A221}"/>
          </ac:spMkLst>
        </pc:spChg>
        <pc:spChg chg="del mod">
          <ac:chgData name="" userId="d9722963f955374a" providerId="LiveId" clId="{67D16C72-EAB4-429A-83E2-5D9B99723DB7}" dt="2026-03-24T20:45:39.671" v="9"/>
          <ac:spMkLst>
            <pc:docMk/>
            <pc:sldMk cId="30369227" sldId="260"/>
            <ac:spMk id="4" creationId="{36B37AB8-DE4A-4205-A565-AF3CC89712A7}"/>
          </ac:spMkLst>
        </pc:spChg>
        <pc:picChg chg="del">
          <ac:chgData name="" userId="d9722963f955374a" providerId="LiveId" clId="{67D16C72-EAB4-429A-83E2-5D9B99723DB7}" dt="2026-03-24T20:17:52.815" v="0"/>
          <ac:picMkLst>
            <pc:docMk/>
            <pc:sldMk cId="30369227" sldId="260"/>
            <ac:picMk id="5" creationId="{8A25F38E-D343-4526-A32E-4363736F9937}"/>
          </ac:picMkLst>
        </pc:picChg>
        <pc:picChg chg="add mod">
          <ac:chgData name="" userId="d9722963f955374a" providerId="LiveId" clId="{67D16C72-EAB4-429A-83E2-5D9B99723DB7}" dt="2026-03-24T21:42:38.717" v="176" actId="931"/>
          <ac:picMkLst>
            <pc:docMk/>
            <pc:sldMk cId="30369227" sldId="260"/>
            <ac:picMk id="5" creationId="{CBD19E84-6AE9-4D03-9DF3-CCDD7ACDB291}"/>
          </ac:picMkLst>
        </pc:picChg>
        <pc:picChg chg="add del mod">
          <ac:chgData name="" userId="d9722963f955374a" providerId="LiveId" clId="{67D16C72-EAB4-429A-83E2-5D9B99723DB7}" dt="2026-03-24T21:37:27.551" v="175"/>
          <ac:picMkLst>
            <pc:docMk/>
            <pc:sldMk cId="30369227" sldId="260"/>
            <ac:picMk id="6" creationId="{563B37F2-DEF1-410E-A7FC-DFF677A6AF8C}"/>
          </ac:picMkLst>
        </pc:picChg>
      </pc:sldChg>
      <pc:sldChg chg="add del">
        <pc:chgData name="" userId="d9722963f955374a" providerId="LiveId" clId="{67D16C72-EAB4-429A-83E2-5D9B99723DB7}" dt="2026-03-24T20:45:57.103" v="11" actId="2696"/>
        <pc:sldMkLst>
          <pc:docMk/>
          <pc:sldMk cId="2618418564" sldId="261"/>
        </pc:sldMkLst>
      </pc:sldChg>
      <pc:sldChg chg="addSp delSp modSp add">
        <pc:chgData name="" userId="d9722963f955374a" providerId="LiveId" clId="{67D16C72-EAB4-429A-83E2-5D9B99723DB7}" dt="2026-03-24T21:37:12.869" v="174"/>
        <pc:sldMkLst>
          <pc:docMk/>
          <pc:sldMk cId="3264732710" sldId="261"/>
        </pc:sldMkLst>
        <pc:spChg chg="add mod">
          <ac:chgData name="" userId="d9722963f955374a" providerId="LiveId" clId="{67D16C72-EAB4-429A-83E2-5D9B99723DB7}" dt="2026-03-24T20:48:31.383" v="67" actId="1076"/>
          <ac:spMkLst>
            <pc:docMk/>
            <pc:sldMk cId="3264732710" sldId="261"/>
            <ac:spMk id="2" creationId="{B23D1A79-E75D-4CB5-AF66-C7ABBB0F72C6}"/>
          </ac:spMkLst>
        </pc:spChg>
        <pc:spChg chg="add mod">
          <ac:chgData name="" userId="d9722963f955374a" providerId="LiveId" clId="{67D16C72-EAB4-429A-83E2-5D9B99723DB7}" dt="2026-03-24T21:37:12.869" v="174"/>
          <ac:spMkLst>
            <pc:docMk/>
            <pc:sldMk cId="3264732710" sldId="261"/>
            <ac:spMk id="3" creationId="{6B8DF50B-DE30-401F-B4BA-31820673177C}"/>
          </ac:spMkLst>
        </pc:spChg>
        <pc:spChg chg="add del mod">
          <ac:chgData name="" userId="d9722963f955374a" providerId="LiveId" clId="{67D16C72-EAB4-429A-83E2-5D9B99723DB7}" dt="2026-03-24T20:48:46.372" v="72"/>
          <ac:spMkLst>
            <pc:docMk/>
            <pc:sldMk cId="3264732710" sldId="261"/>
            <ac:spMk id="4" creationId="{0EBB672A-9D8B-4A1B-A392-715045C14778}"/>
          </ac:spMkLst>
        </pc:spChg>
      </pc:sldChg>
      <pc:sldChg chg="del">
        <pc:chgData name="" userId="d9722963f955374a" providerId="LiveId" clId="{67D16C72-EAB4-429A-83E2-5D9B99723DB7}" dt="2026-03-24T20:47:13.157" v="47" actId="2696"/>
        <pc:sldMkLst>
          <pc:docMk/>
          <pc:sldMk cId="1091332266" sldId="262"/>
        </pc:sldMkLst>
      </pc:sldChg>
      <pc:sldChg chg="add del">
        <pc:chgData name="" userId="d9722963f955374a" providerId="LiveId" clId="{67D16C72-EAB4-429A-83E2-5D9B99723DB7}" dt="2026-03-24T20:47:04.196" v="46" actId="2696"/>
        <pc:sldMkLst>
          <pc:docMk/>
          <pc:sldMk cId="2784052149" sldId="262"/>
        </pc:sldMkLst>
      </pc:sldChg>
      <pc:sldChg chg="add del">
        <pc:chgData name="" userId="d9722963f955374a" providerId="LiveId" clId="{67D16C72-EAB4-429A-83E2-5D9B99723DB7}" dt="2026-03-24T20:47:01.363" v="45" actId="2696"/>
        <pc:sldMkLst>
          <pc:docMk/>
          <pc:sldMk cId="888493095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62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79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0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69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6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5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1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2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72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64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0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14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63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40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39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25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54532CF-0839-48EB-B5FA-FFD5E3BD4E6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D05681-A0AA-4495-AAA7-FFA0A0207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90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9B2E-91D5-4DC2-8DE4-9AEFD6EAC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6832431" cy="2421464"/>
          </a:xfrm>
        </p:spPr>
        <p:txBody>
          <a:bodyPr>
            <a:normAutofit/>
          </a:bodyPr>
          <a:lstStyle/>
          <a:p>
            <a:r>
              <a:rPr lang="en-US" dirty="0"/>
              <a:t>A TOUR IN THE haunted HOUSE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F5838-89B3-4411-8640-BCAE9666ED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amine AND AMEL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B11BD2-CF91-43A2-8EA3-70CA70FBC473}"/>
              </a:ext>
            </a:extLst>
          </p:cNvPr>
          <p:cNvSpPr txBox="1"/>
          <p:nvPr/>
        </p:nvSpPr>
        <p:spPr>
          <a:xfrm>
            <a:off x="767113" y="181957"/>
            <a:ext cx="9291286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Game description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In this games u will be playing as a little child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ym typeface="Wingdings" panose="05000000000000000000" pitchFamily="2" charset="2"/>
              </a:rPr>
              <a:t>Your story begin when u started playing with your </a:t>
            </a:r>
            <a:r>
              <a:rPr lang="en-US" sz="3200" dirty="0" err="1">
                <a:sym typeface="Wingdings" panose="05000000000000000000" pitchFamily="2" charset="2"/>
              </a:rPr>
              <a:t>favourite</a:t>
            </a:r>
            <a:r>
              <a:rPr lang="en-US" sz="3200" dirty="0">
                <a:sym typeface="Wingdings" panose="05000000000000000000" pitchFamily="2" charset="2"/>
              </a:rPr>
              <a:t> ball in your neighborhood until suddenly u shoot the ball into a window of a creepy old house and break it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ym typeface="Wingdings" panose="05000000000000000000" pitchFamily="2" charset="2"/>
              </a:rPr>
              <a:t>Your goal is to find the ball and leave the house without causing any more troubles</a:t>
            </a:r>
          </a:p>
          <a:p>
            <a:endParaRPr lang="en-US" sz="3200" dirty="0"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>
              <a:sym typeface="Wingdings" panose="05000000000000000000" pitchFamily="2" charset="2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>
              <a:sym typeface="Wingdings" panose="05000000000000000000" pitchFamily="2" charset="2"/>
            </a:endParaRPr>
          </a:p>
          <a:p>
            <a:endParaRPr lang="en-US" sz="2800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19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ACAACD-0372-420A-AB9A-B7DF5161F7D5}"/>
              </a:ext>
            </a:extLst>
          </p:cNvPr>
          <p:cNvSpPr txBox="1"/>
          <p:nvPr/>
        </p:nvSpPr>
        <p:spPr>
          <a:xfrm>
            <a:off x="668923" y="834622"/>
            <a:ext cx="10831651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Game rules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You have at  the end of the circuit 2 lights , the red is your life and the yellow is the ball , u must turn both lights 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In the circuit there are 6 columns , in one column there are 4 led lights , u must turn on only one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Each light represent your action whether its go right or left or up or down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There is a blue light between the third and the fourth column it represent eating the cake or not</a:t>
            </a:r>
          </a:p>
          <a:p>
            <a:r>
              <a:rPr lang="en-US" sz="6000" dirty="0">
                <a:solidFill>
                  <a:srgbClr val="FF0000"/>
                </a:solidFill>
              </a:rPr>
              <a:t>   WARNING: </a:t>
            </a:r>
            <a:r>
              <a:rPr lang="en-US" sz="3200" dirty="0"/>
              <a:t>DO NOT EAT THE CAKE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0675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3887-F39A-49C3-AE60-785269E2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map of the house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D3381B-10C7-4BB3-ACE8-17C8C8A8B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83" y="2141538"/>
            <a:ext cx="5839459" cy="3649662"/>
          </a:xfrm>
        </p:spPr>
      </p:pic>
    </p:spTree>
    <p:extLst>
      <p:ext uri="{BB962C8B-B14F-4D97-AF65-F5344CB8AC3E}">
        <p14:creationId xmlns:p14="http://schemas.microsoft.com/office/powerpoint/2010/main" val="242786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5D0F-6B90-43B7-8F85-1FF9A832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simulation of the game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19E84-6AE9-4D03-9DF3-CCDD7ACDB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59" y="2141538"/>
            <a:ext cx="9719706" cy="3649662"/>
          </a:xfrm>
        </p:spPr>
      </p:pic>
    </p:spTree>
    <p:extLst>
      <p:ext uri="{BB962C8B-B14F-4D97-AF65-F5344CB8AC3E}">
        <p14:creationId xmlns:p14="http://schemas.microsoft.com/office/powerpoint/2010/main" val="3036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D1A79-E75D-4CB5-AF66-C7ABBB0F72C6}"/>
              </a:ext>
            </a:extLst>
          </p:cNvPr>
          <p:cNvSpPr txBox="1"/>
          <p:nvPr/>
        </p:nvSpPr>
        <p:spPr>
          <a:xfrm>
            <a:off x="1172149" y="733360"/>
            <a:ext cx="73458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The link of our work in </a:t>
            </a:r>
            <a:r>
              <a:rPr lang="en-US" sz="4400" dirty="0" err="1"/>
              <a:t>wokwi</a:t>
            </a:r>
            <a:r>
              <a:rPr lang="en-US" sz="4400" dirty="0"/>
              <a:t> :</a:t>
            </a:r>
          </a:p>
          <a:p>
            <a:endParaRPr lang="en-US" sz="44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DF50B-DE30-401F-B4BA-31820673177C}"/>
              </a:ext>
            </a:extLst>
          </p:cNvPr>
          <p:cNvSpPr txBox="1"/>
          <p:nvPr/>
        </p:nvSpPr>
        <p:spPr>
          <a:xfrm>
            <a:off x="1245792" y="1721404"/>
            <a:ext cx="69592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rgbClr val="0070C0"/>
                </a:solidFill>
              </a:rPr>
              <a:t>https://wokwi.com/projects/458951258752539649</a:t>
            </a:r>
            <a:endParaRPr lang="en-US" sz="2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7327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1468</TotalTime>
  <Words>194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Celestial</vt:lpstr>
      <vt:lpstr>A TOUR IN THE haunted HOUSE </vt:lpstr>
      <vt:lpstr>PowerPoint Presentation</vt:lpstr>
      <vt:lpstr>PowerPoint Presentation</vt:lpstr>
      <vt:lpstr>The map of the house</vt:lpstr>
      <vt:lpstr>The simulation of the game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spooky night</dc:title>
  <dc:creator>Maminou bouaoud</dc:creator>
  <cp:lastModifiedBy>Maminou bouaoud</cp:lastModifiedBy>
  <cp:revision>15</cp:revision>
  <dcterms:created xsi:type="dcterms:W3CDTF">2026-03-17T14:44:57Z</dcterms:created>
  <dcterms:modified xsi:type="dcterms:W3CDTF">2026-03-24T21:52:18Z</dcterms:modified>
</cp:coreProperties>
</file>